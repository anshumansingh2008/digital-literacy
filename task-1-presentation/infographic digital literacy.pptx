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rata" charset="1" panose="00000500000000000000"/>
      <p:regular r:id="rId7"/>
    </p:embeddedFont>
    <p:embeddedFont>
      <p:font typeface="Raleway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610" y="4396226"/>
            <a:ext cx="16910695" cy="202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65"/>
              </a:lnSpc>
            </a:pPr>
            <a:r>
              <a:rPr lang="en-US" sz="15138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THANK YOU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40610" y="2507466"/>
            <a:ext cx="16910695" cy="145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53"/>
              </a:lnSpc>
            </a:pPr>
            <a:r>
              <a:rPr lang="en-US" sz="663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THE 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87107" y="9387030"/>
            <a:ext cx="5913901" cy="49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Anshuman singh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1933" y="9387030"/>
            <a:ext cx="3167396" cy="49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30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25BEC10012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87030"/>
            <a:ext cx="2956798" cy="49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2026 april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DAHFoQywcnE</dc:identifier>
  <dcterms:modified xsi:type="dcterms:W3CDTF">2011-08-01T06:04:30Z</dcterms:modified>
  <cp:revision>1</cp:revision>
  <dc:title>infographic digital literacy</dc:title>
</cp:coreProperties>
</file>